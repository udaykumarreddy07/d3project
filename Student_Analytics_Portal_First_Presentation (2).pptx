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6CC306-11A4-491D-9485-7ACE13F0AC35}" v="3" dt="2026-09-05T05:44:44.6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ERAMREDDY UDAYKUMARREDDY" userId="dbe5b8f2cbb89bf8" providerId="LiveId" clId="{EBB78461-0F69-40F9-915A-F04F43BF5A68}"/>
    <pc:docChg chg="modSld">
      <pc:chgData name="VEERAMREDDY UDAYKUMARREDDY" userId="dbe5b8f2cbb89bf8" providerId="LiveId" clId="{EBB78461-0F69-40F9-915A-F04F43BF5A68}" dt="2026-09-05T05:44:44.629" v="101"/>
      <pc:docMkLst>
        <pc:docMk/>
      </pc:docMkLst>
      <pc:sldChg chg="delSp modSp mod">
        <pc:chgData name="VEERAMREDDY UDAYKUMARREDDY" userId="dbe5b8f2cbb89bf8" providerId="LiveId" clId="{EBB78461-0F69-40F9-915A-F04F43BF5A68}" dt="2026-08-31T05:30:52.208" v="98"/>
        <pc:sldMkLst>
          <pc:docMk/>
          <pc:sldMk cId="0" sldId="256"/>
        </pc:sldMkLst>
        <pc:spChg chg="mod">
          <ac:chgData name="VEERAMREDDY UDAYKUMARREDDY" userId="dbe5b8f2cbb89bf8" providerId="LiveId" clId="{EBB78461-0F69-40F9-915A-F04F43BF5A68}" dt="2026-08-31T05:29:49.473" v="70" actId="20577"/>
          <ac:spMkLst>
            <pc:docMk/>
            <pc:sldMk cId="0" sldId="256"/>
            <ac:spMk id="6" creationId="{00000000-0000-0000-0000-000000000000}"/>
          </ac:spMkLst>
        </pc:spChg>
      </pc:sldChg>
      <pc:sldChg chg="modTransition">
        <pc:chgData name="VEERAMREDDY UDAYKUMARREDDY" userId="dbe5b8f2cbb89bf8" providerId="LiveId" clId="{EBB78461-0F69-40F9-915A-F04F43BF5A68}" dt="2026-09-05T05:44:44.629" v="101"/>
        <pc:sldMkLst>
          <pc:docMk/>
          <pc:sldMk cId="0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Academic Analytics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Official Student Progress Card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7970" y="2240280"/>
            <a:ext cx="680558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sz="3600" b="1" dirty="0">
                <a:solidFill>
                  <a:srgbClr val="0F172A"/>
                </a:solidFill>
                <a:latin typeface="Aptos"/>
              </a:rPr>
              <a:t>Student Performance Analytics </a:t>
            </a:r>
            <a:endParaRPr sz="3600" b="1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297180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475569"/>
                </a:solidFill>
                <a:latin typeface="Aptos"/>
              </a:rPr>
              <a:t>A web-based platform for managing, analysing and presenting student academic 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77639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4178808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553712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Aptos"/>
              </a:rPr>
              <a:t>Performance insights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3977639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4178808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D3.js Visualizations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553712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Aptos"/>
              </a:rPr>
              <a:t>Interactive charts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3977639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49640" y="4178808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Progress Cards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4553712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Aptos"/>
              </a:rPr>
              <a:t>Student result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Aptos"/>
              </a:rPr>
              <a:t>Project scope: Faculty/Admin + Student academic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Academic Analytics Portal  •  First Project Presentation  | 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 Display"/>
              </a:rPr>
              <a:t>1. What is the Project?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475569"/>
                </a:solidFill>
                <a:latin typeface="Aptos"/>
              </a:rPr>
              <a:t>Understanding the idea in one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2578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73152" cy="1874519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7647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F46E5"/>
                </a:solidFill>
                <a:latin typeface="Aptos"/>
              </a:rPr>
              <a:t>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764792"/>
            <a:ext cx="4325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Central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58568"/>
            <a:ext cx="48006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The project is an Academic Analytics Portal that brings student marks, attendance, grades and progress-card generation into one web interface.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600200"/>
            <a:ext cx="5440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80760" y="1600200"/>
            <a:ext cx="73152" cy="187451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81928" y="176479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EA5E9"/>
                </a:solidFill>
                <a:latin typeface="Aptos"/>
              </a:rPr>
              <a:t>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1764792"/>
            <a:ext cx="4507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Who uses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58568"/>
            <a:ext cx="498348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Faculty/Admin can manage academic records and analytics, while students can securely view their own academic evaluation and official-style progress card.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94760"/>
            <a:ext cx="108813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0050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Aptos"/>
              </a:rPr>
              <a:t>ACADEMIC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434840"/>
            <a:ext cx="22402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7" y="455371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Students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7" y="4800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46E5"/>
                </a:solidFill>
                <a:latin typeface="Aptos"/>
              </a:rPr>
              <a:t>120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4434840"/>
            <a:ext cx="22402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38728" y="455371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Avg. Attendance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8728" y="4800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EA5E9"/>
                </a:solidFill>
                <a:latin typeface="Aptos"/>
              </a:rPr>
              <a:t>84.6%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89320" y="4434840"/>
            <a:ext cx="22402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99048" y="455371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Pass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4800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Aptos"/>
              </a:rPr>
              <a:t>91%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49639" y="4434840"/>
            <a:ext cx="22402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59367" y="455371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  <a:latin typeface="Aptos"/>
              </a:rPr>
              <a:t>Avg.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9367" y="4800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Aptos"/>
              </a:rPr>
              <a:t>78.4%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5212080"/>
            <a:ext cx="256032" cy="320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252728" y="4937759"/>
            <a:ext cx="256032" cy="5943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636776" y="5074920"/>
            <a:ext cx="256032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020824" y="4800600"/>
            <a:ext cx="256032" cy="7315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404872" y="5001768"/>
            <a:ext cx="256032" cy="5303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88920" y="4709159"/>
            <a:ext cx="256032" cy="822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20440" y="5257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Visual summaries replace scattered records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Academic Analytics Portal  •  First Project Presentation  |  2/7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 Display"/>
              </a:rPr>
              <a:t>2. Why This Project?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475569"/>
                </a:solidFill>
                <a:latin typeface="Aptos"/>
              </a:rPr>
              <a:t>The problem the project is designed to address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73152" cy="3520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190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F4444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719072"/>
            <a:ext cx="2496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Fragmented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2971800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Marks, attendance, grades and student details can be handled as separate records, making it harder to get one clear academic 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73152" cy="3520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7190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1719072"/>
            <a:ext cx="24963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Manual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212848"/>
            <a:ext cx="2971800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Calculating totals, averages, grades and class-level trends repeatedly can consume faculty time and increase the chance of inconsistency.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554480"/>
            <a:ext cx="3429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554480"/>
            <a:ext cx="73152" cy="3520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17190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EA5E9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2248" y="1719072"/>
            <a:ext cx="24963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Limited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212848"/>
            <a:ext cx="2971800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Students need a simple way to view their own evaluation and progress card, while faculty need quick analytical views of the cohort.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5440680"/>
            <a:ext cx="9966960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25880" y="5596128"/>
            <a:ext cx="9509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Goal → Turn academic records into a clear, interactive and accessible decision-support portal.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Academic Analytics Portal  •  First Project Presentation  |  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 Display"/>
              </a:rPr>
              <a:t>3. What Will the System Provide?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475569"/>
                </a:solidFill>
                <a:latin typeface="Aptos"/>
              </a:rPr>
              <a:t>Core modules planned in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73152" cy="1645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7190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F46E5"/>
                </a:solidFill>
                <a:latin typeface="Aptos"/>
              </a:rP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719072"/>
            <a:ext cx="24963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Secure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2848"/>
            <a:ext cx="2971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Role-based sign-in for Faculty/Admin and Student users.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544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554480"/>
            <a:ext cx="73152" cy="1645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8" y="17190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EA5E9"/>
                </a:solidFill>
                <a:latin typeface="Aptos"/>
              </a:rP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1719072"/>
            <a:ext cx="24963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Academic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212848"/>
            <a:ext cx="2971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Add, edit, delete and manage student academic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554480"/>
            <a:ext cx="73152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0768" y="17190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0B981"/>
                </a:solidFill>
                <a:latin typeface="Aptos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408" y="1719072"/>
            <a:ext cx="24963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Analytics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212848"/>
            <a:ext cx="2971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KPIs and D3.js charts for quick performance insights.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5661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566160"/>
            <a:ext cx="73152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373075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  <a:latin typeface="Aptos"/>
              </a:rPr>
              <a:t>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3730752"/>
            <a:ext cx="24963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Progress Cards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224528"/>
            <a:ext cx="2971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Generate an official-style semester grade card / marksheet.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5661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34840" y="3566160"/>
            <a:ext cx="73152" cy="16459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36008" y="373075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333EA"/>
                </a:solidFill>
                <a:latin typeface="Aptos"/>
              </a:rPr>
              <a:t>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4648" y="3730752"/>
            <a:ext cx="24963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Search &amp; Filters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224528"/>
            <a:ext cx="2971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Filter records by department, gender, status and grade.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566160"/>
            <a:ext cx="3429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29600" y="3566160"/>
            <a:ext cx="73152" cy="1645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30768" y="373075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F4444"/>
                </a:solidFill>
                <a:latin typeface="Aptos"/>
              </a:rPr>
              <a:t>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9408" y="3730752"/>
            <a:ext cx="249631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Export &amp; Updates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224528"/>
            <a:ext cx="29718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Export filtered records to CSV and support live dashboard updates.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473952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Academic Analytics Portal  •  First Project Presentation  |  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 Display"/>
              </a:rPr>
              <a:t>4. Analytics &amp;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475569"/>
                </a:solidFill>
                <a:latin typeface="Aptos"/>
              </a:rPr>
              <a:t>How raw student records become useful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074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19659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73351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Subject-wise Average 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461772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Interactive D3.js visualization for faster comparison.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2734056"/>
            <a:ext cx="347472" cy="32918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737360" y="2551175"/>
            <a:ext cx="347472" cy="512063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86000" y="2624327"/>
            <a:ext cx="347472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34639" y="2463393"/>
            <a:ext cx="347472" cy="59984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72200" y="1508760"/>
            <a:ext cx="5074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508760"/>
            <a:ext cx="73152" cy="1965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673351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Grade &amp; Result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67128"/>
            <a:ext cx="461772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Interactive D3.js visualization for faster comparison.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2587751"/>
            <a:ext cx="347472" cy="47548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23759" y="2880359"/>
            <a:ext cx="347472" cy="182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0" y="2697479"/>
            <a:ext cx="347472" cy="365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321040" y="2807208"/>
            <a:ext cx="347472" cy="256031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85800" y="3840479"/>
            <a:ext cx="5074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3840479"/>
            <a:ext cx="73152" cy="1965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005071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Attendance vs Average Marks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98847"/>
            <a:ext cx="461772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Interactive D3.js visualization for faster comparison.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8720" y="5212079"/>
            <a:ext cx="347472" cy="182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737360" y="5029199"/>
            <a:ext cx="347472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286000" y="4846319"/>
            <a:ext cx="347472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834639" y="4956048"/>
            <a:ext cx="347472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172200" y="3840479"/>
            <a:ext cx="5074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72200" y="3840479"/>
            <a:ext cx="73152" cy="1965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4005071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0F172A"/>
                </a:solidFill>
                <a:latin typeface="Aptos"/>
              </a:rPr>
              <a:t>Gender-wise Performance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498847"/>
            <a:ext cx="461772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Interactive D3.js visualization for faster comparison.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4992623"/>
            <a:ext cx="347472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223759" y="4882896"/>
            <a:ext cx="347472" cy="512063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62636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Aptos"/>
              </a:rPr>
              <a:t>The uploaded implementation uses D3.js for the subject, grade, attendance and gender visualizations.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Academic Analytics Portal  •  First Project Presentation  |  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Aptos Display"/>
              </a:rPr>
              <a:t>5. Proposed System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475569"/>
                </a:solidFill>
                <a:latin typeface="Aptos"/>
              </a:rPr>
              <a:t>End-to-end flow of the application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2907792"/>
            <a:ext cx="82296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0" y="2331720"/>
            <a:ext cx="914400" cy="9144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5786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Login / Register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93192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Aptos"/>
              </a:rPr>
              <a:t>User enters the portal and is identified as Faculty/Admin or Student.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907792"/>
            <a:ext cx="82296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429000" y="2331720"/>
            <a:ext cx="914400" cy="9144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25786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799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Load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79" y="393192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Aptos"/>
              </a:rPr>
              <a:t>Student academic records are loaded into the dashboard.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2907792"/>
            <a:ext cx="82296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760720" y="2331720"/>
            <a:ext cx="914400" cy="914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0" y="25786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Calculate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93192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Aptos"/>
              </a:rPr>
              <a:t>Total, percentage, GPA, status, grade and division are derived.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2907792"/>
            <a:ext cx="82296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92440" y="233172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92440" y="25786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Visualize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19" y="393192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Aptos"/>
              </a:rPr>
              <a:t>KPIs, charts, filters and sortable tables present the data.</a:t>
            </a:r>
          </a:p>
        </p:txBody>
      </p:sp>
      <p:sp>
        <p:nvSpPr>
          <p:cNvPr id="26" name="Oval 25"/>
          <p:cNvSpPr/>
          <p:nvPr/>
        </p:nvSpPr>
        <p:spPr>
          <a:xfrm>
            <a:off x="10424160" y="2331720"/>
            <a:ext cx="914400" cy="91440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24160" y="25786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Act /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3931920"/>
            <a:ext cx="1920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Aptos"/>
              </a:rPr>
              <a:t>Faculty manages records; students view their own evaluation and progress card.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349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Aptos"/>
              </a:rPr>
              <a:t>Technology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5239512"/>
            <a:ext cx="1554480" cy="43891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28800" y="5358384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HTML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0" y="5239512"/>
            <a:ext cx="1554480" cy="43891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0" y="5358384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0" y="5239512"/>
            <a:ext cx="155448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0" y="5358384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JavaScript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0" y="5239512"/>
            <a:ext cx="1554480" cy="43891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0" y="5358384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D3.js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5239512"/>
            <a:ext cx="1554480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0" y="5358384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Browser Storage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473952"/>
            <a:ext cx="10881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Aptos"/>
              </a:rPr>
              <a:t>Academic Analytics Portal  •  First Project Presentation  |  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6. What Comes Next?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Development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6984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01368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Aptos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746504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UI &amp; Core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746504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Finalize screens, navigation and role-based 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106984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852928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Aptos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798064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Data &amp;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98064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Connect academic data, calculations, filters and D3.js dashboards.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106984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904487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ptos"/>
              </a:rP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849624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Progress Cards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849624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Complete verified-style marksheet generation and print-ready output.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79"/>
            <a:ext cx="106984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956047"/>
            <a:ext cx="1051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Phase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901183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Testing &amp;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901183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Aptos"/>
              </a:rPr>
              <a:t>Validate calculations, access controls, usability and presentation demo.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897880"/>
            <a:ext cx="10241280" cy="4572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6016752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Expected outcome: clearer academic records → faster analysis → better student visibility.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Academic Analytics Portal  •  First Project Presentation  | 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"/>
              </a:rPr>
              <a:t>7.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Academic Analytics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554480"/>
            <a:ext cx="96012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214884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4F46E5"/>
                </a:solidFill>
                <a:latin typeface="Apto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971800"/>
            <a:ext cx="8503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Aptos"/>
              </a:rPr>
              <a:t>Questions &amp; Suggestions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3703320"/>
            <a:ext cx="8321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Aptos"/>
              </a:rPr>
              <a:t>We look forward to developing the portal into a complete, interactive academic analytics solution.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617720"/>
            <a:ext cx="1874519" cy="43891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4736592"/>
            <a:ext cx="187451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4617720"/>
            <a:ext cx="1874519" cy="43891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83480" y="4736592"/>
            <a:ext cx="187451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Visualization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4617720"/>
            <a:ext cx="1874519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0" y="4736592"/>
            <a:ext cx="1874519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Progress Cards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108813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>
                <a:solidFill>
                  <a:srgbClr val="475569"/>
                </a:solidFill>
                <a:latin typeface="Aptos"/>
              </a:rPr>
              <a:t>Academic Analytics Portal  •  First Project Presentation  | 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705</Words>
  <Application>Microsoft Office PowerPoint</Application>
  <PresentationFormat>Widescreen</PresentationFormat>
  <Paragraphs>126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VEERAMREDDY UDAYKUMARREDDY</cp:lastModifiedBy>
  <cp:revision>1</cp:revision>
  <dcterms:created xsi:type="dcterms:W3CDTF">2013-01-27T09:14:16Z</dcterms:created>
  <dcterms:modified xsi:type="dcterms:W3CDTF">2026-09-05T05:44:50Z</dcterms:modified>
  <cp:category/>
</cp:coreProperties>
</file>